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CampusSafe, a cloud-based student safety network, and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have three tools: SOS, incident reports and a live alert feed.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action goes through the shared cloud queue, so students and admins always see the same live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admin monitors incidents, moves them through their status, and broadcasts alerts.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ield backdrop"/>
          <p:cNvSpPr/>
          <p:nvPr/>
        </p:nvSpPr>
        <p:spPr>
          <a:xfrm>
            <a:off x="5669280" y="822960"/>
            <a:ext cx="2926080" cy="29260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3" name="Shield inner"/>
          <p:cNvSpPr/>
          <p:nvPr/>
        </p:nvSpPr>
        <p:spPr>
          <a:xfrm>
            <a:off x="6126480" y="1280160"/>
            <a:ext cx="2011680" cy="20116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" name="Image 0" descr="Shiel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64592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0972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CampusSafe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202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</a:rPr>
              <a:t>How the app works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560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cloud-based student safety network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023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Presented by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Sibiya Sabu</a:t>
            </a:r>
            <a:endParaRPr lang="en-US" sz="20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Step 1: The student app</a:t>
            </a:r>
            <a:endParaRPr lang="en-US" sz="3400" dirty="0"/>
          </a:p>
        </p:txBody>
      </p:sp>
      <p:sp>
        <p:nvSpPr>
          <p:cNvPr id="3" name="Card 1"/>
          <p:cNvSpPr/>
          <p:nvPr/>
        </p:nvSpPr>
        <p:spPr>
          <a:xfrm>
            <a:off x="548640" y="1371600"/>
            <a:ext cx="2560320" cy="301752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/>
        </p:spPr>
      </p:sp>
      <p:sp>
        <p:nvSpPr>
          <p:cNvPr id="4" name="Icon circle 1"/>
          <p:cNvSpPr/>
          <p:nvPr/>
        </p:nvSpPr>
        <p:spPr>
          <a:xfrm>
            <a:off x="777240" y="16002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SOS butt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764792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SOS button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9718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Pick your location and tap SOS. A critical alert reaches campus security instantly.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91840" y="1371600"/>
            <a:ext cx="2560320" cy="301752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/>
        </p:spPr>
      </p:sp>
      <p:sp>
        <p:nvSpPr>
          <p:cNvPr id="9" name="Icon circle 2"/>
          <p:cNvSpPr/>
          <p:nvPr/>
        </p:nvSpPr>
        <p:spPr>
          <a:xfrm>
            <a:off x="3520440" y="160020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mage 1" descr="Report an iss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176479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Report an issue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9718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Choose a type (harassment, lighting, medical), a location and add details.</a:t>
            </a:r>
            <a:endParaRPr lang="en-US" sz="1400" dirty="0"/>
          </a:p>
        </p:txBody>
      </p:sp>
      <p:sp>
        <p:nvSpPr>
          <p:cNvPr id="13" name="Card 3"/>
          <p:cNvSpPr/>
          <p:nvPr/>
        </p:nvSpPr>
        <p:spPr>
          <a:xfrm>
            <a:off x="6035040" y="1371600"/>
            <a:ext cx="2560320" cy="301752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/>
        </p:spPr>
      </p:sp>
      <p:sp>
        <p:nvSpPr>
          <p:cNvPr id="14" name="Icon circle 3"/>
          <p:cNvSpPr/>
          <p:nvPr/>
        </p:nvSpPr>
        <p:spPr>
          <a:xfrm>
            <a:off x="6263640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Campus aler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176479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Campus alerts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29718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Receive safety broadcasts from the admin team in a live alert feed.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Step 2: The cloud network</a:t>
            </a:r>
            <a:endParaRPr lang="en-US" sz="3400" dirty="0"/>
          </a:p>
        </p:txBody>
      </p:sp>
      <p:sp>
        <p:nvSpPr>
          <p:cNvPr id="3" name="Node 1"/>
          <p:cNvSpPr/>
          <p:nvPr/>
        </p:nvSpPr>
        <p:spPr>
          <a:xfrm>
            <a:off x="548640" y="1463040"/>
            <a:ext cx="2286000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/>
        </p:spPr>
      </p:sp>
      <p:sp>
        <p:nvSpPr>
          <p:cNvPr id="4" name="Node icon circle 1"/>
          <p:cNvSpPr/>
          <p:nvPr/>
        </p:nvSpPr>
        <p:spPr>
          <a:xfrm>
            <a:off x="1325880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Stud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0472" y="1810512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Student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834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Sends SOS or report</a:t>
            </a:r>
            <a:endParaRPr lang="en-US" sz="1400" dirty="0"/>
          </a:p>
        </p:txBody>
      </p:sp>
      <p:sp>
        <p:nvSpPr>
          <p:cNvPr id="8" name="Arrow 1"/>
          <p:cNvSpPr/>
          <p:nvPr/>
        </p:nvSpPr>
        <p:spPr>
          <a:xfrm>
            <a:off x="2926080" y="2240280"/>
            <a:ext cx="548640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9" name="Node 2"/>
          <p:cNvSpPr/>
          <p:nvPr/>
        </p:nvSpPr>
        <p:spPr>
          <a:xfrm>
            <a:off x="3566160" y="1463040"/>
            <a:ext cx="2286000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/>
        </p:spPr>
      </p:sp>
      <p:sp>
        <p:nvSpPr>
          <p:cNvPr id="10" name="Node icon circle 2"/>
          <p:cNvSpPr/>
          <p:nvPr/>
        </p:nvSpPr>
        <p:spPr>
          <a:xfrm>
            <a:off x="4343400" y="164592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mage 1" descr="Cloud networ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992" y="181051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5760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Cloud network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703320" y="2834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Stores it in the shared incident queue</a:t>
            </a:r>
            <a:endParaRPr lang="en-US" sz="1400" dirty="0"/>
          </a:p>
        </p:txBody>
      </p:sp>
      <p:sp>
        <p:nvSpPr>
          <p:cNvPr id="14" name="Arrow 2"/>
          <p:cNvSpPr/>
          <p:nvPr/>
        </p:nvSpPr>
        <p:spPr>
          <a:xfrm>
            <a:off x="5943600" y="2240280"/>
            <a:ext cx="548640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5" name="Node 3"/>
          <p:cNvSpPr/>
          <p:nvPr/>
        </p:nvSpPr>
        <p:spPr>
          <a:xfrm>
            <a:off x="6583680" y="1463040"/>
            <a:ext cx="2286000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/>
        </p:spPr>
      </p:sp>
      <p:sp>
        <p:nvSpPr>
          <p:cNvPr id="16" name="Node icon circle 3"/>
          <p:cNvSpPr/>
          <p:nvPr/>
        </p:nvSpPr>
        <p:spPr>
          <a:xfrm>
            <a:off x="7360920" y="164592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Image 2" descr="Safety adm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512" y="1810512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67512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Safety admin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6720840" y="2834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Sees it live and responds</a:t>
            </a:r>
            <a:endParaRPr lang="en-US" sz="1400" dirty="0"/>
          </a:p>
        </p:txBody>
      </p:sp>
      <p:sp>
        <p:nvSpPr>
          <p:cNvPr id="20" name="Return path"/>
          <p:cNvSpPr/>
          <p:nvPr/>
        </p:nvSpPr>
        <p:spPr>
          <a:xfrm>
            <a:off x="548640" y="3840480"/>
            <a:ext cx="8046720" cy="731520"/>
          </a:xfrm>
          <a:prstGeom prst="roundRect">
            <a:avLst>
              <a:gd name="adj" fmla="val 18750"/>
            </a:avLst>
          </a:prstGeom>
          <a:solidFill>
            <a:schemeClr val="accent5"/>
          </a:solidFill>
          <a:ln/>
        </p:spPr>
      </p:sp>
      <p:pic>
        <p:nvPicPr>
          <p:cNvPr id="21" name="Image 3" descr="Broadcas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0233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25880" y="384048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Return path: the admin broadcasts an alert and every student's app updates instantly.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Step 3: The safety-admin dashboard</a:t>
            </a:r>
            <a:endParaRPr lang="en-US" sz="3400" dirty="0"/>
          </a:p>
        </p:txBody>
      </p:sp>
      <p:sp>
        <p:nvSpPr>
          <p:cNvPr id="3" name="Dashboard frame"/>
          <p:cNvSpPr/>
          <p:nvPr/>
        </p:nvSpPr>
        <p:spPr>
          <a:xfrm>
            <a:off x="548640" y="1280160"/>
            <a:ext cx="475488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4" name="Stat Total"/>
          <p:cNvSpPr/>
          <p:nvPr/>
        </p:nvSpPr>
        <p:spPr>
          <a:xfrm>
            <a:off x="685800" y="1417320"/>
            <a:ext cx="10515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4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470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Total</a:t>
            </a:r>
            <a:endParaRPr lang="en-US" sz="1100" dirty="0"/>
          </a:p>
        </p:txBody>
      </p:sp>
      <p:sp>
        <p:nvSpPr>
          <p:cNvPr id="7" name="Stat Open"/>
          <p:cNvSpPr/>
          <p:nvPr/>
        </p:nvSpPr>
        <p:spPr>
          <a:xfrm>
            <a:off x="1828800" y="1417320"/>
            <a:ext cx="10515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828800" y="14173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18470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Open</a:t>
            </a:r>
            <a:endParaRPr lang="en-US" sz="1100" dirty="0"/>
          </a:p>
        </p:txBody>
      </p:sp>
      <p:sp>
        <p:nvSpPr>
          <p:cNvPr id="10" name="Stat Responding"/>
          <p:cNvSpPr/>
          <p:nvPr/>
        </p:nvSpPr>
        <p:spPr>
          <a:xfrm>
            <a:off x="2971800" y="1417320"/>
            <a:ext cx="10515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71800" y="14173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1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18470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Responding</a:t>
            </a:r>
            <a:endParaRPr lang="en-US" sz="1100" dirty="0"/>
          </a:p>
        </p:txBody>
      </p:sp>
      <p:sp>
        <p:nvSpPr>
          <p:cNvPr id="13" name="Stat Resolved"/>
          <p:cNvSpPr/>
          <p:nvPr/>
        </p:nvSpPr>
        <p:spPr>
          <a:xfrm>
            <a:off x="4114800" y="1417320"/>
            <a:ext cx="10515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114800" y="14173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1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18470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Resolved</a:t>
            </a:r>
            <a:endParaRPr lang="en-US" sz="1100" dirty="0"/>
          </a:p>
        </p:txBody>
      </p:sp>
      <p:sp>
        <p:nvSpPr>
          <p:cNvPr id="16" name="Map panel"/>
          <p:cNvSpPr/>
          <p:nvPr/>
        </p:nvSpPr>
        <p:spPr>
          <a:xfrm>
            <a:off x="685800" y="2286000"/>
            <a:ext cx="2103120" cy="224028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/>
        </p:spPr>
      </p:sp>
      <p:sp>
        <p:nvSpPr>
          <p:cNvPr id="17" name="Map dot 1"/>
          <p:cNvSpPr/>
          <p:nvPr/>
        </p:nvSpPr>
        <p:spPr>
          <a:xfrm>
            <a:off x="1005840" y="2651760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Map dot 2"/>
          <p:cNvSpPr/>
          <p:nvPr/>
        </p:nvSpPr>
        <p:spPr>
          <a:xfrm>
            <a:off x="2103120" y="3108960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9" name="Map dot 3"/>
          <p:cNvSpPr/>
          <p:nvPr/>
        </p:nvSpPr>
        <p:spPr>
          <a:xfrm>
            <a:off x="1463040" y="3840480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Map dot 4"/>
          <p:cNvSpPr/>
          <p:nvPr/>
        </p:nvSpPr>
        <p:spPr>
          <a:xfrm>
            <a:off x="2377440" y="2651760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Live map</a:t>
            </a:r>
            <a:endParaRPr lang="en-US" sz="1100" dirty="0"/>
          </a:p>
        </p:txBody>
      </p:sp>
      <p:sp>
        <p:nvSpPr>
          <p:cNvPr id="22" name="Queue panel"/>
          <p:cNvSpPr/>
          <p:nvPr/>
        </p:nvSpPr>
        <p:spPr>
          <a:xfrm>
            <a:off x="2926080" y="2286000"/>
            <a:ext cx="224028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/>
        </p:spPr>
      </p:sp>
      <p:sp>
        <p:nvSpPr>
          <p:cNvPr id="23" name="Queue dot 1"/>
          <p:cNvSpPr/>
          <p:nvPr/>
        </p:nvSpPr>
        <p:spPr>
          <a:xfrm>
            <a:off x="3063240" y="2542032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29184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SOS Emergency</a:t>
            </a:r>
            <a:endParaRPr lang="en-US" sz="1200" dirty="0"/>
          </a:p>
        </p:txBody>
      </p:sp>
      <p:sp>
        <p:nvSpPr>
          <p:cNvPr id="25" name="Queue dot 2"/>
          <p:cNvSpPr/>
          <p:nvPr/>
        </p:nvSpPr>
        <p:spPr>
          <a:xfrm>
            <a:off x="3063240" y="3044952"/>
            <a:ext cx="146304" cy="14630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29184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Suspicious person</a:t>
            </a:r>
            <a:endParaRPr lang="en-US" sz="1200" dirty="0"/>
          </a:p>
        </p:txBody>
      </p:sp>
      <p:sp>
        <p:nvSpPr>
          <p:cNvPr id="27" name="Queue dot 3"/>
          <p:cNvSpPr/>
          <p:nvPr/>
        </p:nvSpPr>
        <p:spPr>
          <a:xfrm>
            <a:off x="3063240" y="3547872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29184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Unsafe lighting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063240" y="4206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Incident queue</a:t>
            </a:r>
            <a:endParaRPr lang="en-US" sz="1100" dirty="0"/>
          </a:p>
        </p:txBody>
      </p:sp>
      <p:sp>
        <p:nvSpPr>
          <p:cNvPr id="30" name="Step circle 1"/>
          <p:cNvSpPr/>
          <p:nvPr/>
        </p:nvSpPr>
        <p:spPr>
          <a:xfrm>
            <a:off x="5669280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66928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Monitor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0" y="16642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Stats and map hotspots update live</a:t>
            </a:r>
            <a:endParaRPr lang="en-US" sz="1400" dirty="0"/>
          </a:p>
        </p:txBody>
      </p:sp>
      <p:sp>
        <p:nvSpPr>
          <p:cNvPr id="34" name="Step circle 2"/>
          <p:cNvSpPr/>
          <p:nvPr/>
        </p:nvSpPr>
        <p:spPr>
          <a:xfrm>
            <a:off x="5669280" y="2468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66928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Respond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0" y="28072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Open → Responding → Resolved</a:t>
            </a:r>
            <a:endParaRPr lang="en-US" sz="1400" dirty="0"/>
          </a:p>
        </p:txBody>
      </p:sp>
      <p:sp>
        <p:nvSpPr>
          <p:cNvPr id="38" name="Step circle 3"/>
          <p:cNvSpPr/>
          <p:nvPr/>
        </p:nvSpPr>
        <p:spPr>
          <a:xfrm>
            <a:off x="5669280" y="3611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66928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Broadcast</a:t>
            </a:r>
            <a:endParaRPr lang="en-US" sz="20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0" y="39502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Send one alert to all students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mpusSafe">
  <a:themeElements>
    <a:clrScheme name="CampusSafe">
      <a:dk1>
        <a:srgbClr val="EAF1FF"/>
      </a:dk1>
      <a:lt1>
        <a:srgbClr val="0A1A3A"/>
      </a:lt1>
      <a:dk2>
        <a:srgbClr val="9DB3E0"/>
      </a:dk2>
      <a:lt2>
        <a:srgbClr val="12285A"/>
      </a:lt2>
      <a:accent1>
        <a:srgbClr val="4DA3FF"/>
      </a:accent1>
      <a:accent2>
        <a:srgbClr val="FF5A5F"/>
      </a:accent2>
      <a:accent3>
        <a:srgbClr val="FFB84D"/>
      </a:accent3>
      <a:accent4>
        <a:srgbClr val="3DDC97"/>
      </a:accent4>
      <a:accent5>
        <a:srgbClr val="24407F"/>
      </a:accent5>
      <a:accent6>
        <a:srgbClr val="0B1D45"/>
      </a:accent6>
      <a:hlink>
        <a:srgbClr val="4DA3FF"/>
      </a:hlink>
      <a:folHlink>
        <a:srgbClr val="9DB3E0"/>
      </a:folHlink>
    </a:clrScheme>
    <a:fontScheme name="CampusSaf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CampusSafe – How the App Works</dc:title>
  <dc:subject>PptxGenJS Presentation</dc:subject>
  <dc:creator>Sibiya Sabu</dc:creator>
  <cp:lastModifiedBy>Sibiya Sabu</cp:lastModifiedBy>
  <cp:revision>1</cp:revision>
  <dcterms:created xsi:type="dcterms:W3CDTF">2026-10-09T05:31:55Z</dcterms:created>
  <dcterms:modified xsi:type="dcterms:W3CDTF">2026-10-09T05:31:55Z</dcterms:modified>
</cp:coreProperties>
</file>